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Q2BETNi4ISmY8Ka80i2PRws22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g3d3cc1d96b3_0_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" name="Google Shape;10;g3d3cc1d96b3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3cc1d96b3_0_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" name="Google Shape;15;g3d3cc1d96b3_0_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d3cc1d96b3_0_8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" name="Google Shape;20;g3d3cc1d96b3_0_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d3cc1d96b3_0_12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3d3cc1d96b3_0_1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d3cc1d96b3_0_16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d3cc1d96b3_0_1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d3cc1d96b3_0_2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3d3cc1d96b3_0_2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d3cc1d96b3_0_2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3d3cc1d96b3_0_2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d3cc1d96b3_0_28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3d3cc1d96b3_0_2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3cc1d96b3_0_32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d3cc1d96b3_0_3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3cc1d96b3_0_37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d3cc1d96b3_0_3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3cc1d96b3_0_4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3cc1d96b3_0_4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3cc1d96b3_0_45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3cc1d96b3_0_4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hyperlink" Target="https://www.kompas.com/edu/read/2023/03/08/172948571/siswa-smk-ini-temukan-bug-langka-di-google-raih-hadiah-rp-76-juta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" name="Google Shape;12;g3d3cc1d96b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" name="Google Shape;17;g3d3cc1d96b3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2" name="Google Shape;22;g3d3cc1d96b3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7" name="Google Shape;27;g3d3cc1d96b3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32" name="Google Shape;32;g3d3cc1d96b3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37" name="Google Shape;37;g3d3cc1d96b3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42" name="Google Shape;42;g3d3cc1d96b3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47" name="Google Shape;47;g3d3cc1d96b3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2" name="Google Shape;52;g3d3cc1d96b3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d3cc1d96b3_0_32"/>
          <p:cNvSpPr txBox="1"/>
          <p:nvPr/>
        </p:nvSpPr>
        <p:spPr>
          <a:xfrm>
            <a:off x="5496425" y="1000650"/>
            <a:ext cx="77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Contoh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8" name="Google Shape;58;g3d3cc1d96b3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3" name="Google Shape;63;g3d3cc1d96b3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8" name="Google Shape;68;g3d3cc1d96b3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2026-03-31T23:07:23Z</dcterms:created>
  <dc:creator>PptxGenJS</dc:creator>
</cp:coreProperties>
</file>